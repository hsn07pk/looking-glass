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SCRIPT 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Oulu Bicycle Hook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1097280"/>
            <a:ext cx="54864" cy="2926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9089136" y="1097280"/>
            <a:ext cx="54864" cy="292608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371600" cy="18288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365760"/>
            <a:ext cx="1371600" cy="18288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14800" y="365760"/>
            <a:ext cx="1371600" cy="18288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365760"/>
            <a:ext cx="1371600" cy="18288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365760"/>
            <a:ext cx="1371600" cy="18288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LOOKING GLASS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Video Intelligence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00400" y="3017520"/>
            <a:ext cx="27432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Springineering Challenge 2026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Oulu  |  Tellus Stage  |  13 April 2026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420624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1,738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1371600" y="2377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bicycles stolen in Oulu last year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0" y="3200400"/>
            <a:ext cx="3657600" cy="64008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0" y="320040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926080" y="3200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7% recovered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footage exists. Nobody watches it.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record everything. Humans see almost none of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560320" cy="146304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4592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3736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+22%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theft surge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Finland Q1 2025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2560320" cy="146304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64592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73736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20,000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29000" y="23774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thefts per year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Finland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2560320" cy="146304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645920"/>
            <a:ext cx="54864" cy="1463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73736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€11M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23774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payouts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bike theft (2023)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isn't more cameras. It's teaching cameras to understand language.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Natural Language Search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131B2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704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0972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"orange construction truck"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011680"/>
            <a:ext cx="54864" cy="22860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774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0" y="2240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1  |  94% match  |  &lt; 1 second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011680" y="29260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tags. No labels. Just describe what you're looking for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language. The system understands meaning.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31520" y="4572000"/>
            <a:ext cx="7680960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Semantic Understanding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131B2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704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0972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"bag left unattended on the floor"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011680"/>
            <a:ext cx="54864" cy="22860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774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0" y="2240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2  |  600ms  |  Semantic match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011680" y="29260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"Unattended" is not a pre-defined label. The system reasons about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scene semantically — understanding context, not just keywords.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31520" y="4572000"/>
            <a:ext cx="7680960" cy="18288"/>
          </a:xfrm>
          <a:prstGeom prst="rect">
            <a:avLst/>
          </a:prstGeom>
          <a:solidFill>
            <a:srgbClr val="8B5CF6">
              <a:alpha val="5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Alerts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131B2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704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0972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"person taking a photo with their phone"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01168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774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0" y="2240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Camera 5  |  13:42  |  Real-time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011680" y="29260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standing alerts across all cameras. The system watches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and notifies you the moment a match occurs.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not reactive.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31520" y="4572000"/>
            <a:ext cx="7680960" cy="18288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Conversational Analytics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131B2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704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0972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"how many people walked through the lobby today?"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011680"/>
            <a:ext cx="54864" cy="22860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774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0" y="2240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 unique visitors  |  Track-based counting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011680" y="29260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natural language. Powered by Llama 3.2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locally through Ollama. No cloud. No API cost.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31520" y="4572000"/>
            <a:ext cx="7680960" cy="18288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in two weeks. Runs on a laptop.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45720" cy="109728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YOLO-World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Open-vocab detection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280160"/>
            <a:ext cx="2560320" cy="109728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280160"/>
            <a:ext cx="45720" cy="10972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5544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ByteTrack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06908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tracking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280160"/>
            <a:ext cx="2560320" cy="109728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280160"/>
            <a:ext cx="45720" cy="109728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SigLIP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90372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2651760"/>
            <a:ext cx="2560320" cy="109728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2651760"/>
            <a:ext cx="45720" cy="10972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2608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Florence-2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23444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captions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91840" y="2651760"/>
            <a:ext cx="2560320" cy="109728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2651760"/>
            <a:ext cx="45720" cy="109728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92608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6908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Qdrant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06908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126480" y="2651760"/>
            <a:ext cx="2560320" cy="109728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26480" y="2651760"/>
            <a:ext cx="45720" cy="10972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926080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0372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Llama 3.2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90372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(Ollama)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2286000" y="4206240"/>
            <a:ext cx="4572000" cy="64008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2286000" y="4206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Come to our booth — type your own queries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SCRIPT 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Nokia Legacy Hook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1097280"/>
            <a:ext cx="54864" cy="2926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9089136" y="1097280"/>
            <a:ext cx="54864" cy="292608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371600" cy="18288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365760"/>
            <a:ext cx="1371600" cy="18288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14800" y="365760"/>
            <a:ext cx="1371600" cy="18288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365760"/>
            <a:ext cx="1371600" cy="18288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365760"/>
            <a:ext cx="1371600" cy="18288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LOOKING GLASS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Video Intelligence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00400" y="3017520"/>
            <a:ext cx="27432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Springineering Challenge 2026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Oulu  |  Tellus Stage  |  13 April 2026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420624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1000" kern="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NOKIA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world's technology in everyone's pocket.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1920240"/>
            <a:ext cx="27432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2286000"/>
            <a:ext cx="6400800" cy="109728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228600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2860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VPOD (2024): </a:t>
            </a:r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video analytics for enterprise.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5G networks. Big budgets. Industrial scale.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0" y="3657600"/>
            <a:ext cx="54864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3657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the same intelligence — on a student's laptop, for free.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A CAMERA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 problem.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16,300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thefts in Finland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 alone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1554480"/>
            <a:ext cx="3657600" cy="182880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155448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16459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footage was there.
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had time to find it.
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Oulu ranks #1 in Finland for R&amp;D.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city should solve it.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" y="3657600"/>
            <a:ext cx="2011680" cy="45720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57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+21.9% year-over-year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Natural Language Search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131B2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704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0972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"orange construction truck"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011680"/>
            <a:ext cx="54864" cy="22860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774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0" y="2240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1  |  94% match  |  &lt; 1 second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011680" y="29260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you're looking for — in plain language.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camera selection. No time range. No dropdown.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31520" y="4572000"/>
            <a:ext cx="7680960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Semantic Reasoning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131B2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704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0972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"bag left unattended on the floor"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011680"/>
            <a:ext cx="54864" cy="22860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774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0" y="2240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2  |  600ms  |  Semantic match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011680" y="29260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"Unattended" is not a label anyone tagged.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semantic reasoning over the visual scene.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31520" y="4572000"/>
            <a:ext cx="7680960" cy="18288"/>
          </a:xfrm>
          <a:prstGeom prst="rect">
            <a:avLst/>
          </a:prstGeom>
          <a:solidFill>
            <a:srgbClr val="8B5CF6">
              <a:alpha val="50000"/>
            </a:srgbClr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Proactive Alerts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131B2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704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0972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"person taking a photo with their phone"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01168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774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0" y="2240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Camera 5  |  13:42  |  Real-time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011680" y="29260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this in a museum, a construction site,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restricted area. The system watches for you.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31520" y="4572000"/>
            <a:ext cx="7680960" cy="18288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 Chat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131B2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704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0972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"how many people walked through the lobby today?"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011680"/>
            <a:ext cx="54864" cy="22860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774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0" y="2240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 unique visitors  |  Track-based counting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011680" y="29260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talking to an analyst who has watched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second of footage. Locally. Privately.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31520" y="4572000"/>
            <a:ext cx="7680960" cy="18288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3931920" cy="201168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365760"/>
            <a:ext cx="54864" cy="20116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Nokia VPOD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5G networks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budgets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deployment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365760"/>
            <a:ext cx="3931920" cy="201168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365760"/>
            <a:ext cx="54864" cy="2011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Looking Glass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0058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laptop and a terminal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euros in API costs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to build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280160" cy="41148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YOLO-World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47088" y="2743200"/>
            <a:ext cx="1280160" cy="41148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15" name="Text 13"/>
          <p:cNvSpPr/>
          <p:nvPr/>
        </p:nvSpPr>
        <p:spPr>
          <a:xfrm>
            <a:off x="1847088" y="2743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ByteTrack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36976" y="2743200"/>
            <a:ext cx="1280160" cy="41148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3236976" y="2743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SigLIP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6864" y="2743200"/>
            <a:ext cx="1280160" cy="41148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19" name="Text 17"/>
          <p:cNvSpPr/>
          <p:nvPr/>
        </p:nvSpPr>
        <p:spPr>
          <a:xfrm>
            <a:off x="4626864" y="2743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Florence-2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16752" y="2743200"/>
            <a:ext cx="1280160" cy="41148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21" name="Text 19"/>
          <p:cNvSpPr/>
          <p:nvPr/>
        </p:nvSpPr>
        <p:spPr>
          <a:xfrm>
            <a:off x="6016752" y="2743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Qdrant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2743200"/>
            <a:ext cx="1280160" cy="41148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2743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 3.2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next chapter of Finnish innovation.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286000" y="4206240"/>
            <a:ext cx="4572000" cy="64008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286000" y="4206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Come to our booth — type your own queries. Kiitos.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SCRIPT 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Capital of Culture Hook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1097280"/>
            <a:ext cx="54864" cy="2926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9089136" y="1097280"/>
            <a:ext cx="54864" cy="292608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371600" cy="18288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365760"/>
            <a:ext cx="1371600" cy="18288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14800" y="365760"/>
            <a:ext cx="1371600" cy="18288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365760"/>
            <a:ext cx="1371600" cy="18288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365760"/>
            <a:ext cx="1371600" cy="18288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LOOKING GLASS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Video Intelligence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00400" y="3017520"/>
            <a:ext cx="27432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Springineering Challenge 2026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Oulu  |  Tellus Stage  |  13 April 2026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420624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600" kern="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OULU 2026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Capital of Culture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1828800"/>
            <a:ext cx="274320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94560"/>
            <a:ext cx="2468880" cy="128016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286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events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20440" y="2194560"/>
            <a:ext cx="2468880" cy="128016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2286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100K+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2044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visitors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194560"/>
            <a:ext cx="2468880" cy="128016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2286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0936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has cameras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 could type what you're worried about — and the cameras would tell you?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NEEDLE IN A HAYSTACK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haystack grows by millions of frames every day.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560320" cy="146304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4592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20,000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thefts per year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Finland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560320" cy="146304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55448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64592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+22%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29000" y="22860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theft surge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560320" cy="146304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554480"/>
            <a:ext cx="54864" cy="1463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64592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1,738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22860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in Oulu alone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(6-7% recovered)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11880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71600" y="3474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have a camera problem. We have a search problem.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Natural Language Search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131B2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704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0972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"orange construction truck"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011680"/>
            <a:ext cx="54864" cy="22860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774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0" y="2240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1  |  94% match  |  &lt; 1 second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011680" y="29260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tags. No training. Just describe what you want to find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way you'd describe it to a colleague.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31520" y="4572000"/>
            <a:ext cx="7680960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 Security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131B2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704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0972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"bag left unattended on the floor"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01168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774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0" y="2240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2  |  600ms  |  Semantic match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011680" y="29260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running security at an Oulu 2026 event.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milliseconds. The difference between a calm announcement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 evacuation.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31520" y="4572000"/>
            <a:ext cx="7680960" cy="18288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Proactive Monitoring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131B2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704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0972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"person taking a photo with their phone"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01168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774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0" y="2240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Camera 5  |  13:42  |  Real-time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011680" y="29260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operator needed. The system understood the query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matched it against the visual scene in real-time.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Backstage. Museum. Construction site.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31520" y="4572000"/>
            <a:ext cx="7680960" cy="18288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131B2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704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0972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"how many people walked through the lobby today?"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011680"/>
            <a:ext cx="54864" cy="22860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774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0" y="2240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 unique visitors  |  Track-based counting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011680" y="29260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ChatGPT. No subscription. No data leaving this machine.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via Ollama. Fully local.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31520" y="4572000"/>
            <a:ext cx="7680960" cy="18288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8229600" cy="128016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457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GDPR-Compliant by Architecture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54480" y="1005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leaves the device  | 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facial recognition  | 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2560320" cy="118872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011680"/>
            <a:ext cx="45720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Capital of Culture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2011680"/>
            <a:ext cx="2560320" cy="118872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2011680"/>
            <a:ext cx="45720" cy="1188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342900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Capital of 6G Research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2900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Oulu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26480" y="2011680"/>
            <a:ext cx="2560320" cy="1188720"/>
          </a:xfrm>
          <a:prstGeom prst="rect">
            <a:avLst/>
          </a:prstGeom>
          <a:solidFill>
            <a:srgbClr val="13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2011680"/>
            <a:ext cx="45720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626364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 in R&amp;D Investment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6364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5.3% of regional GDP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this in two weeks, right here in Oulu.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2286000" y="4114800"/>
            <a:ext cx="4572000" cy="64008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286000" y="4114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Come type your own queries at our booth. Kiitos.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Looking Glass — Pitch Deck</dc:title>
  <dc:subject>PptxGenJS Presentation</dc:subject>
  <dc:creator>Looking Glass Team</dc:creator>
  <cp:lastModifiedBy>Looking Glass Team</cp:lastModifiedBy>
  <cp:revision>1</cp:revision>
  <dcterms:created xsi:type="dcterms:W3CDTF">2026-04-11T18:05:25Z</dcterms:created>
  <dcterms:modified xsi:type="dcterms:W3CDTF">2026-04-11T18:05:25Z</dcterms:modified>
</cp:coreProperties>
</file>