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4944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3657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5943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955280" y="822960"/>
            <a:ext cx="36576" cy="36576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GLASS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Video Intelligence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200400" y="283464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Springineering Challenge 2026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 |  ITEE  |  13 April 2026</a:t>
            </a:r>
            <a:endParaRPr lang="en-US" sz="13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931920"/>
            <a:ext cx="548640" cy="54864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see everything. Humans find almost nothing.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011680" cy="201168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45920"/>
            <a:ext cx="45720" cy="201168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1B+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cameras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68880" y="1645920"/>
            <a:ext cx="2011680" cy="201168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645920"/>
            <a:ext cx="45720" cy="2011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830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25603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theft surge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 Q1 2025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1645920"/>
            <a:ext cx="2011680" cy="201168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1645920"/>
            <a:ext cx="45720" cy="2011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830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1,738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75488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Bicycles stolen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Oulu last year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0" y="1645920"/>
            <a:ext cx="2011680" cy="201168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0" y="1645920"/>
            <a:ext cx="45720" cy="20116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830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&lt;1%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94944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footage is 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 humans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isn't more cameras. It's teaching cameras to understand language.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cameras with natural language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Search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what you're looking for in plain English.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tags, no filters, no training.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18872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Understanding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understands meaning, not keywords.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"Unattended bag" works without pre-defined labels.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Alerts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8016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standing alerts across all cameras.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the moment a match occurs.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2926080"/>
            <a:ext cx="393192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9260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Analytics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your footage.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people?" gets a real answer.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video to answers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105156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63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25880" y="17373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81328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481328" y="1280160"/>
            <a:ext cx="105156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28" y="14630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81328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532888" y="17373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688336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688336" y="1280160"/>
            <a:ext cx="10515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236" y="146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88336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Tracking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739896" y="17373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895344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895344" y="1280160"/>
            <a:ext cx="105156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244" y="14630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95344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Captioning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946904" y="17373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102352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102352" y="1280160"/>
            <a:ext cx="105156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252" y="14630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02352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153912" y="17373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309360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309360" y="1280160"/>
            <a:ext cx="10515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146304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309360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7360920" y="17373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7516368" y="1280160"/>
            <a:ext cx="105156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516368" y="1280160"/>
            <a:ext cx="10515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268" y="1463040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516368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57200" y="3108960"/>
            <a:ext cx="2560320" cy="64008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42" name="Shape 33"/>
          <p:cNvSpPr/>
          <p:nvPr/>
        </p:nvSpPr>
        <p:spPr>
          <a:xfrm>
            <a:off x="457200" y="3108960"/>
            <a:ext cx="36576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34"/>
          <p:cNvSpPr/>
          <p:nvPr/>
        </p:nvSpPr>
        <p:spPr>
          <a:xfrm>
            <a:off x="566928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YOLO-World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164592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detection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3291840" y="3108960"/>
            <a:ext cx="2560320" cy="64008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46" name="Shape 37"/>
          <p:cNvSpPr/>
          <p:nvPr/>
        </p:nvSpPr>
        <p:spPr>
          <a:xfrm>
            <a:off x="3291840" y="3108960"/>
            <a:ext cx="36576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7" name="Text 38"/>
          <p:cNvSpPr/>
          <p:nvPr/>
        </p:nvSpPr>
        <p:spPr>
          <a:xfrm>
            <a:off x="3401568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448056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126480" y="3108960"/>
            <a:ext cx="2560320" cy="64008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50" name="Shape 41"/>
          <p:cNvSpPr/>
          <p:nvPr/>
        </p:nvSpPr>
        <p:spPr>
          <a:xfrm>
            <a:off x="6126480" y="3108960"/>
            <a:ext cx="36576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1" name="Text 42"/>
          <p:cNvSpPr/>
          <p:nvPr/>
        </p:nvSpPr>
        <p:spPr>
          <a:xfrm>
            <a:off x="6236208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SigLIP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731520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frame embeddings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457200" y="3931920"/>
            <a:ext cx="2560320" cy="64008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54" name="Shape 45"/>
          <p:cNvSpPr/>
          <p:nvPr/>
        </p:nvSpPr>
        <p:spPr>
          <a:xfrm>
            <a:off x="457200" y="393192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46"/>
          <p:cNvSpPr/>
          <p:nvPr/>
        </p:nvSpPr>
        <p:spPr>
          <a:xfrm>
            <a:off x="566928" y="3931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Florence-2</a:t>
            </a:r>
            <a:endParaRPr lang="en-US" sz="1100" dirty="0"/>
          </a:p>
        </p:txBody>
      </p:sp>
      <p:sp>
        <p:nvSpPr>
          <p:cNvPr id="56" name="Text 47"/>
          <p:cNvSpPr/>
          <p:nvPr/>
        </p:nvSpPr>
        <p:spPr>
          <a:xfrm>
            <a:off x="164592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scene captioning</a:t>
            </a:r>
            <a:endParaRPr lang="en-US" sz="1000" dirty="0"/>
          </a:p>
        </p:txBody>
      </p:sp>
      <p:sp>
        <p:nvSpPr>
          <p:cNvPr id="57" name="Shape 48"/>
          <p:cNvSpPr/>
          <p:nvPr/>
        </p:nvSpPr>
        <p:spPr>
          <a:xfrm>
            <a:off x="3291840" y="3931920"/>
            <a:ext cx="2560320" cy="64008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58" name="Shape 49"/>
          <p:cNvSpPr/>
          <p:nvPr/>
        </p:nvSpPr>
        <p:spPr>
          <a:xfrm>
            <a:off x="3291840" y="3931920"/>
            <a:ext cx="36576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9" name="Text 50"/>
          <p:cNvSpPr/>
          <p:nvPr/>
        </p:nvSpPr>
        <p:spPr>
          <a:xfrm>
            <a:off x="3401568" y="3931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Qdrant</a:t>
            </a:r>
            <a:endParaRPr lang="en-US" sz="1100" dirty="0"/>
          </a:p>
        </p:txBody>
      </p:sp>
      <p:sp>
        <p:nvSpPr>
          <p:cNvPr id="60" name="Text 51"/>
          <p:cNvSpPr/>
          <p:nvPr/>
        </p:nvSpPr>
        <p:spPr>
          <a:xfrm>
            <a:off x="448056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6126480" y="3931920"/>
            <a:ext cx="2560320" cy="64008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62" name="Shape 53"/>
          <p:cNvSpPr/>
          <p:nvPr/>
        </p:nvSpPr>
        <p:spPr>
          <a:xfrm>
            <a:off x="6126480" y="3931920"/>
            <a:ext cx="36576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54"/>
          <p:cNvSpPr/>
          <p:nvPr/>
        </p:nvSpPr>
        <p:spPr>
          <a:xfrm>
            <a:off x="6236208" y="3931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 3.2 3B</a:t>
            </a:r>
            <a:endParaRPr lang="en-US" sz="1100" dirty="0"/>
          </a:p>
        </p:txBody>
      </p:sp>
      <p:sp>
        <p:nvSpPr>
          <p:cNvPr id="64" name="Text 55"/>
          <p:cNvSpPr/>
          <p:nvPr/>
        </p:nvSpPr>
        <p:spPr>
          <a:xfrm>
            <a:off x="7315200" y="3931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via Ollama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INGESTION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video becomes searchable knowledge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698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051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 Sampling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931920" y="1051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frames at 1 FPS from MP4 clips using decord. Configurable rate.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508760"/>
            <a:ext cx="18288" cy="32004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4708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Open-Vocab Detection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9319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YOLO-World detects objects without pre-trained categories. Finds any described object.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2286000"/>
            <a:ext cx="18288" cy="32004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2432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Multi-Object Tracking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93192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assigns persistent IDs across frames. Enables counting unique entities.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3063240"/>
            <a:ext cx="18288" cy="320040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1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40156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 + Captioning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393192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generates 768-dim vectors per frame. Florence-2 writes dense text descriptions.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3840480"/>
            <a:ext cx="18288" cy="320040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6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7880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544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Storage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9319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captions + metadata indexed in Qdrant (embedded mode, no server needed).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&amp; RETRIEVAL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query to visual result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657600" cy="5486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457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types query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4297680" cy="54864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 construction truck"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3657600" cy="5486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embedding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1783080"/>
            <a:ext cx="4297680" cy="54864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SigLIP encodes query to 768-dim vector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3657600" cy="5486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14600"/>
            <a:ext cx="457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similarity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2514600"/>
            <a:ext cx="4297680" cy="54864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514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cosine search across all frames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3657600" cy="5486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Re-ranking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89120" y="3246120"/>
            <a:ext cx="4297680" cy="54864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3246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 + detection cross-check boosts precision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1168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3657600" cy="5486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77640"/>
            <a:ext cx="457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 + BBox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89120" y="3977640"/>
            <a:ext cx="4297680" cy="54864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Top-K frames with bounding box overlays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ALERTS &amp;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search: proactive monitoring and insights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Engine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19202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alerts in natural language
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continuously scans all camera
frames against registered alert queries.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notifications when
alert conditions are met.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"Alert me when someone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the restricted area"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Chat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19202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your footage
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running locally via
Ollama interprets questions and generates
natural language answers.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Track-based people counting ensures
each person counted once.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</a:t>
            </a:r>
            <a:pPr algn="l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people visited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lobby between 9am and noon?"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INTERFACE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dark-themed command center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45720" cy="13716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Multi-Camera Grid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cameras displayed in responsive grid with live status indicators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97280"/>
            <a:ext cx="45720" cy="13716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34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Hero Video Viewer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result to see full-size video with synchronized bounding box overlays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9728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Bar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6364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 with real-time results and confidence scores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743200"/>
            <a:ext cx="45720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Panel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9436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alerts with camera ID, timestamp, and matched query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91840" y="2743200"/>
            <a:ext cx="45720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88036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3192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Chat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42900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for querying aggregate data about footage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126480" y="2743200"/>
            <a:ext cx="2560320" cy="13716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26480" y="2743200"/>
            <a:ext cx="45720" cy="13716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88036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6656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BBox Overlays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26364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Canvas-based bounding boxes with class labels synced to video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DECISIONS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what we chose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6576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05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YOLO-World over YOLOv8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Open-vocabulary: detects any described object without retraining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36576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SigLIP over CLIP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645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zero-shot accuracy, more efficient sigmoid loss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86000"/>
            <a:ext cx="36576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Florence-2 over BLIP-2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captions with spatial grounding for better retrieval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26080"/>
            <a:ext cx="36576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Qdrant over Pinecone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926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mode (no server), fully offline, zero cost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151E33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566160"/>
            <a:ext cx="36576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Ollama over OpenAI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566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inference, zero API cost, GDPR-friendly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206240"/>
            <a:ext cx="36576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React+Vite over Next.js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SPA sufficient for demo, faster dev, no SSR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real-time responsiveness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65960" cy="1828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19659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&lt;800ms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1965960" cy="1828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18872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965960" cy="1828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&lt;150ms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per frame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&lt;200ms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1188720"/>
            <a:ext cx="1965960" cy="1828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18872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first paint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&lt;3s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Python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~550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React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3192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7784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37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 &amp; OFFLINE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by architecture, not by promise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256032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258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Offline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 after setup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cached locally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conference WiFi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or subscriptions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097280"/>
            <a:ext cx="2560320" cy="32918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9728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Stays Local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74720" y="23774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uploads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recognition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never leaves device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runs embedded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258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Cost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09360" y="23774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in API spend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stack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single laptop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or NVIDIA GPU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European Market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$21.5B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 → </a:t>
            </a:r>
            <a:pPr algn="l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$61.7B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(2033)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Nokia VPOD (2024)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video analytics 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5G networks. Validates the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 NL video search.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Finland, Why Now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410712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383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Oulu 2026 Capital of Culture — crowd safety at scale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666744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639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AI companies in Finland — largest AI ecosystem in Nordics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922776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8953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Oulu #1 in R&amp;D (5.3% of GDP) — natural home for this tech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178808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1513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Finnish data protection culture — offline-first is a feature, not a compromise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demonstrations in five minutes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88720" y="1097280"/>
            <a:ext cx="7498080" cy="685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097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097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 construction truck"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1097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1645920"/>
            <a:ext cx="18288" cy="36576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88720" y="2011680"/>
            <a:ext cx="7498080" cy="685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Understanding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"bag left unattended on the floor"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2011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560320"/>
            <a:ext cx="18288" cy="365760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188720" y="2926080"/>
            <a:ext cx="7498080" cy="685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2926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2926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"person taking a photo"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2926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3474720"/>
            <a:ext cx="18288" cy="36576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88720" y="3840480"/>
            <a:ext cx="7498080" cy="6858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7160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Chat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many people in the lobby?"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3840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12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KIITOS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Glass — Natural Language Video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468880"/>
            <a:ext cx="27432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34640"/>
            <a:ext cx="2286000" cy="9144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Offline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cloud, no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286000" cy="9144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83464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open-source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834640"/>
            <a:ext cx="2286000" cy="914400"/>
          </a:xfrm>
          <a:prstGeom prst="rect">
            <a:avLst/>
          </a:prstGeom>
          <a:solidFill>
            <a:srgbClr val="151E33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8346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Weeks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demo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 our booth — type your own queries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Looking Glass — Project Presentation</dc:title>
  <dc:subject>PptxGenJS Presentation</dc:subject>
  <dc:creator>Looking Glass Team</dc:creator>
  <cp:lastModifiedBy>Looking Glass Team</cp:lastModifiedBy>
  <cp:revision>1</cp:revision>
  <dcterms:created xsi:type="dcterms:W3CDTF">2026-04-11T18:10:28Z</dcterms:created>
  <dcterms:modified xsi:type="dcterms:W3CDTF">2026-04-11T18:10:28Z</dcterms:modified>
</cp:coreProperties>
</file>